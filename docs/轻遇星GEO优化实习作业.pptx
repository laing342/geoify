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轻遇星 GEO 优化实习作业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Microsoft YaHei"/>
              </a:defRPr>
            </a:pPr>
            <a:r>
              <a:t>Generative Engine Optimization · 6 引擎基线测评 + Demo 站实战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基于 Geoify 魔改 · 轻遇星品牌 · 1 周实战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项目背景：轻遇星 &amp; GEO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🏢  轻遇星 (iCityMuze)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AI 驱动的 O2O 社交陪护与灵活就业平台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核心服务：城市伴游、商务接待、景点讲解、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　　　　　情绪陪伴、本地轻社交小聚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三大 AI 能力：达人数字分身、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　　　　　　灵魂契合推荐、AI 获客助理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重点城市：南京、徐州、苏州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达人侧：普通人可申请，灵活就业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🔍  什么是 GEO？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GEO = Generative Engine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　　 生成式引擎优化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SEO 追求: 搜索引擎排名靠前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GEO 追求: 被 AI 回答引用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AI 引用路径: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　能被搜到 → 排序 → 可信度加权 → 引用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中国特有: 豆包/DeepSeek/Kimi/元宝/</a:t>
            </a:r>
          </a:p>
          <a:p>
            <a:pPr>
              <a:spcAft>
                <a:spcPts val="800"/>
              </a:spcAft>
              <a:defRPr sz="1600">
                <a:solidFill>
                  <a:srgbClr val="333344"/>
                </a:solidFill>
                <a:latin typeface="Microsoft YaHei"/>
              </a:defRPr>
            </a:pPr>
            <a:r>
              <a:t>　　　　　百度AI/智谱 需各自索引收录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技术架构：Geoify 魔改方案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不动原有代码 · 新增 4 个 TypeScript 源文件 · 扩展为静态站生成器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37744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config.ts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站点配置文件</a:t>
            </a:r>
            <a:br/>
            <a:r>
              <a:t>品牌·FAQ·城市·信任体系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560320"/>
            <a:ext cx="237744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jsonld-injector.ts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832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JSON-LD 注入器</a:t>
            </a:r>
            <a:br/>
            <a:r>
              <a:t>FAQPage + Organization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237744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llms-generator.ts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llms.txt 生成器</a:t>
            </a:r>
            <a:br/>
            <a:r>
              <a:t>AI 引擎友好站点导航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560320"/>
            <a:ext cx="237744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generate-site.ts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832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静态站生成器</a:t>
            </a:r>
            <a:br/>
            <a:r>
              <a:t>HTML + robots.txt + sitemap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CLI 入口: src/cli.ts → 注册 generate-site 命令 → 一键生成完整 Demo 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数据流转：从配置到部署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2286000"/>
            <a:ext cx="1097280" cy="109728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config.ts</a:t>
            </a:r>
            <a:br/>
            <a:r>
              <a:t>配置文件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560320"/>
            <a:ext cx="457200" cy="457200"/>
          </a:xfrm>
          <a:prstGeom prst="rightArrow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0" y="2286000"/>
            <a:ext cx="1097280" cy="10972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566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generate-site.ts</a:t>
            </a:r>
            <a:br/>
            <a:r>
              <a:t>站点生成器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60" y="2560320"/>
            <a:ext cx="457200" cy="457200"/>
          </a:xfrm>
          <a:prstGeom prst="rightArrow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2286000"/>
            <a:ext cx="1097280" cy="109728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566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HTML 页面</a:t>
            </a:r>
            <a:br/>
            <a:r>
              <a:t>×6 个页面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95160" y="2560320"/>
            <a:ext cx="457200" cy="457200"/>
          </a:xfrm>
          <a:prstGeom prst="rightArrow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0" y="2286000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566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JSON-LD</a:t>
            </a:r>
            <a:br/>
            <a:r>
              <a:t>结构化数据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81160" y="2560320"/>
            <a:ext cx="457200" cy="457200"/>
          </a:xfrm>
          <a:prstGeom prst="rightArrow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0" y="2286000"/>
            <a:ext cx="1097280" cy="109728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5661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GitHub Pages</a:t>
            </a:r>
            <a:br/>
            <a:r>
              <a:t>一键部署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10332720" cy="16459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📦  单次命令输出: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66"/>
                </a:solidFill>
                <a:latin typeface="Microsoft YaHei"/>
              </a:defRPr>
            </a:pPr>
            <a:r>
              <a:t>6 个 HTML 页面 ＋ robots.txt ＋ sitemap.xml ＋ llms.txt ＋ FAQPage JSON-LD ＋ Organization JSON-LD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Demo 站点：6 个页面 + 3 个系统文件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🏠  index.html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品牌定位页</a:t>
            </a:r>
            <a:br/>
            <a:r>
              <a:t>三大 AI 能力</a:t>
            </a:r>
            <a:br/>
            <a:r>
              <a:t>FAQ 预览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❓  faq.html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6 条 FAQ</a:t>
            </a:r>
            <a:br/>
            <a:r>
              <a:t>答案先行 ≤80 字</a:t>
            </a:r>
            <a:br/>
            <a:r>
              <a:t>FAQPage JSON-LD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🛡️  trust.html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五层安全防线</a:t>
            </a:r>
            <a:br/>
            <a:r>
              <a:t>红线制度</a:t>
            </a:r>
            <a:br/>
            <a:r>
              <a:t>阳光陪伴声明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🏙️  cities/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南京·徐州·苏州</a:t>
            </a:r>
            <a:br/>
            <a:r>
              <a:t>价格对比表</a:t>
            </a:r>
            <a:br/>
            <a:r>
              <a:t>地域长尾覆盖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🤖  llms.txt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AI 引擎导航</a:t>
            </a:r>
            <a:br/>
            <a:r>
              <a:t>站点结构描述</a:t>
            </a:r>
            <a:br/>
            <a:r>
              <a:t>标准格式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11480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5CE7"/>
                </a:solidFill>
                <a:latin typeface="Microsoft YaHei"/>
              </a:defRPr>
            </a:pPr>
            <a:r>
              <a:t>🗺️  系统文件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Microsoft YaHei"/>
              </a:defRPr>
            </a:pPr>
            <a:r>
              <a:t>robots.txt</a:t>
            </a:r>
            <a:br/>
            <a:r>
              <a:t>sitemap.xml</a:t>
            </a:r>
            <a:br/>
            <a:r>
              <a:t>6 爬虫放行规则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JSON-LD 结构化数据：FAQPage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754880"/>
          </a:xfrm>
          <a:prstGeom prst="roundRect">
            <a:avLst>
              <a:gd name="adj" fmla="val 3000"/>
            </a:avLst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"@context": "https://schema.org",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"@type": "FAQPage",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9689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"mainEntity": [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"@type": "Question",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"name": "轻遇星是做什么的？",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2102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"acceptedAnswer":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7705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  "@type": "Answer",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  "text": "轻遇星（iCityMuze）是AI驱动的..."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4515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0118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// ... 共 6 条 Q&amp;A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572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],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1324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"about":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CFF"/>
                </a:solidFill>
                <a:latin typeface="Consolas"/>
              </a:defRPr>
            </a:pPr>
            <a:r>
              <a:t>    "@type": "Organization",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2531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"name": "轻遇星"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81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373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64592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✅ 自检通过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FAQPage 类型正确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6 条 Question+Answer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@context schema.org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Organization 关联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标记文字 = 可见文字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Schema 验证器通过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所有字段合法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✓ 无必填字段缺失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任务 1：6 引擎基线测评结果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测评时间：2026-07-24 · 40 题 × 6 引擎 = 240 次查询 · 站点上线 &lt; 24h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9456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  <a:gridCol w="1722120"/>
                <a:gridCol w="1722120"/>
                <a:gridCol w="17221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品牌提及率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被引用率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正面率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首位提及率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豆包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Kimi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腾讯元宝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百度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智谱清言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39496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44"/>
                </a:solidFill>
                <a:latin typeface="Microsoft YaHei"/>
              </a:defRPr>
            </a:pPr>
            <a:r>
              <a:t>💡  结论：轻遇星当前 AI 可见度为 0 —— 这本身就是正确的基线结果。</a:t>
            </a:r>
            <a:br/>
            <a:r>
              <a:t>　　　站点刚上线、未索引、无外链。Week 2 复测预期开始出现增长。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收录加速：搜索引擎优化策略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IndexNow API 即时推送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Microsoft YaHei"/>
              </a:defRPr>
            </a:pPr>
            <a:r>
              <a:t>HTTP 202 Accepted</a:t>
            </a:r>
            <a:br/>
            <a:r>
              <a:t>Bing + Yandex 实时收录</a:t>
            </a:r>
            <a:br/>
            <a:r>
              <a:t>无需站长平台注册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1168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2011680"/>
            <a:ext cx="25603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robots.txt 放行规则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Microsoft YaHei"/>
              </a:defRPr>
            </a:pPr>
            <a:r>
              <a:t>Baiduspider / YisouSpider</a:t>
            </a:r>
            <a:br/>
            <a:r>
              <a:t>Bytespider / Bingbot</a:t>
            </a:r>
            <a:br/>
            <a:r>
              <a:t>GPTBot / PerplexityBot / CCBot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011680"/>
            <a:ext cx="256032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sitemap.xml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Microsoft YaHei"/>
              </a:defRPr>
            </a:pPr>
            <a:r>
              <a:t>6 个 URL 全部列出</a:t>
            </a:r>
            <a:br/>
            <a:r>
              <a:t>每周更新频率</a:t>
            </a:r>
            <a:br/>
            <a:r>
              <a:t>标准 XML 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01168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2011680"/>
            <a:ext cx="256032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llms.txt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0175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Microsoft YaHei"/>
              </a:defRPr>
            </a:pPr>
            <a:r>
              <a:t>AI 引擎专用站点地图</a:t>
            </a:r>
            <a:br/>
            <a:r>
              <a:t>符合 llmstxt.org 标准</a:t>
            </a:r>
            <a:br/>
            <a:r>
              <a:t>国产 AI 引擎兼容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任务 2：内容策略与信息架构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31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icrosoft YaHei"/>
              </a:defRPr>
            </a:pPr>
            <a:r>
              <a:t>品牌/定位页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Microsoft YaHei"/>
              </a:defRPr>
            </a:pPr>
            <a: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轻遇星是做什么的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轻遇星靠谱吗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轻遇星怎么样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21031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icrosoft YaHei"/>
              </a:defRPr>
            </a:pPr>
            <a:r>
              <a:t>FAQ 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5CE7"/>
                </a:solidFill>
                <a:latin typeface="Microsoft YaHei"/>
              </a:defRPr>
            </a:pPr>
            <a:r>
              <a:t>faq.html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怎么成为达人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做地陪赚多少钱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轻遇星有哪些服务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828800"/>
            <a:ext cx="210312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icrosoft YaHei"/>
              </a:defRPr>
            </a:pPr>
            <a:r>
              <a:t>城市指南页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6C7"/>
                </a:solidFill>
                <a:latin typeface="Microsoft YaHei"/>
              </a:defRPr>
            </a:pPr>
            <a:r>
              <a:t>cities/*.html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南京本地向导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苏州商务接待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徐州伏羊节攻略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59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59" y="1828800"/>
            <a:ext cx="210312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icrosoft YaHei"/>
              </a:defRPr>
            </a:pPr>
            <a:r>
              <a:t>信任/安全页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  <a:latin typeface="Microsoft YaHei"/>
              </a:defRPr>
            </a:pPr>
            <a:r>
              <a:t>trust.html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轻遇星安全吗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五层防线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怎么保障隐私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828800"/>
            <a:ext cx="2103120" cy="7315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icrosoft YaHei"/>
              </a:defRPr>
            </a:pPr>
            <a:r>
              <a:t>达人入驻页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join.html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入驻条件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零押金/免培训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🔍 审核 1-3 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💡 每个页面直接回答用户问 AI 的原话 · 答案先行 ≤80 字 · 含地域长尾关键词 · 每 100 字 1 个可核实数据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任务 5：度量、迭代与 1 个月实战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📊  5 项核心指标 (K1-K5)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K1 品牌提及率:  ≥ 80% (5/6 引擎出现品牌名)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K2 被引用率 (SoM):  ≥ 30% (40 题中被引用)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K3 正面率:  ≥ 90% (非负面引用占比)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K4 准确率:  ≥ 95% (事实与实际一致)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K5 首位提及率:  ≥ 20% (排第一的占比)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📅  周度迭代节奏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周一: 40 题 × 6 引擎复测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周三: 分析引用变化 + 对比上周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周五: 修改配置 → 重新生成站点</a:t>
            </a:r>
          </a:p>
          <a:p>
            <a:pPr>
              <a:spcAft>
                <a:spcPts val="800"/>
              </a:spcAft>
              <a:defRPr sz="1500">
                <a:solidFill>
                  <a:srgbClr val="333344"/>
                </a:solidFill>
                <a:latin typeface="Microsoft YaHei"/>
              </a:defRPr>
            </a:pPr>
            <a:r>
              <a:t>周日: 周报 1 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🚀  1 个月 + 真实网站推进路线 (加分思考题)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55566"/>
                </a:solidFill>
                <a:latin typeface="Microsoft YaHei"/>
              </a:defRPr>
            </a:pPr>
            <a:r>
              <a:t>Week 1: robots.txt + sitemap + 站长工具 + 部署 GEO 结构（FAQ+JSON-LD+城市页+信任页）</a:t>
            </a:r>
          </a:p>
          <a:p>
            <a:pPr>
              <a:spcAft>
                <a:spcPts val="400"/>
              </a:spcAft>
              <a:defRPr sz="1300">
                <a:solidFill>
                  <a:srgbClr val="555566"/>
                </a:solidFill>
                <a:latin typeface="Microsoft YaHei"/>
              </a:defRPr>
            </a:pPr>
            <a:r>
              <a:t>Week 2: IndexNow 推送 + 外链 + 初始内容库填充</a:t>
            </a:r>
          </a:p>
          <a:p>
            <a:pPr>
              <a:spcAft>
                <a:spcPts val="400"/>
              </a:spcAft>
              <a:defRPr sz="1300">
                <a:solidFill>
                  <a:srgbClr val="555566"/>
                </a:solidFill>
                <a:latin typeface="Microsoft YaHei"/>
              </a:defRPr>
            </a:pPr>
            <a:r>
              <a:t>Week 3: ≥5 篇城市指南 + 对比表 + 开始追踪引用</a:t>
            </a:r>
          </a:p>
          <a:p>
            <a:pPr>
              <a:spcAft>
                <a:spcPts val="400"/>
              </a:spcAft>
              <a:defRPr sz="1300">
                <a:solidFill>
                  <a:srgbClr val="555566"/>
                </a:solidFill>
                <a:latin typeface="Microsoft YaHei"/>
              </a:defRPr>
            </a:pPr>
            <a:r>
              <a:t>Week 4: A/B 测试 + 竞品对比页 + 根据数据迭代</a:t>
            </a:r>
          </a:p>
          <a:p>
            <a:pPr>
              <a:spcAft>
                <a:spcPts val="400"/>
              </a:spcAft>
              <a:defRPr sz="1300">
                <a:solidFill>
                  <a:srgbClr val="555566"/>
                </a:solidFill>
                <a:latin typeface="Microsoft YaHei"/>
              </a:defRPr>
            </a:pPr>
            <a:r>
              <a:t>⚠️  坑: github.io 权重低 → 绑定自有域名 → 做外链 · 收录 ≠ 引用，间隔可能 1-4 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交付物清单 &amp; 成果展示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基线测评报告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6 引擎 × 40 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423160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内容策略与信息架构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页面地图 + 关键词表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00400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样例内容 3 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FAQ + 城市指南 + 信任页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977639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69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690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69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Demo 站 + 自检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69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laing342.github.io/GEOify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754880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度量与迭代计划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KPI + 周迭代 + 1 月路线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532120"/>
            <a:ext cx="9418320" cy="640080"/>
          </a:xfrm>
          <a:prstGeom prst="roundRect">
            <a:avLst>
              <a:gd name="adj" fmla="val 3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623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FF"/>
                </a:solidFill>
                <a:latin typeface="Microsoft YaHei"/>
              </a:defRPr>
            </a:pPr>
            <a:r>
              <a:t>任务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README 说明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文件索引 + 思路 + 用时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✅ 全部 6 项交付物已完成 · 合规红线自检通过 · 零改动原有 Geoify 代码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Microsoft YaHei"/>
              </a:defRPr>
            </a:pPr>
            <a:r>
              <a:t>轻遇星 GEO 优化实习作业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Demo 站: https://laing342.github.io/GEOify/</a:t>
            </a:r>
            <a:br/>
            <a:r>
              <a:t>源码:  https://github.com/laing342/GEOify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基于 Geoify 魔改 · 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